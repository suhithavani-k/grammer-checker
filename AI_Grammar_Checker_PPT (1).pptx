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3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393E6B-EFCD-41C6-BE71-FF97998DBA0C}" v="30" dt="2026-07-09T13:06:16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91" y="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ai" userId="6b9d3bfb26b01d1d" providerId="LiveId" clId="{C993F11C-56CD-4B54-AA50-9C6DD14A1AE0}"/>
    <pc:docChg chg="addSld modSld sldOrd">
      <pc:chgData name="sai sai" userId="6b9d3bfb26b01d1d" providerId="LiveId" clId="{C993F11C-56CD-4B54-AA50-9C6DD14A1AE0}" dt="2026-07-09T13:06:16.670" v="224"/>
      <pc:docMkLst>
        <pc:docMk/>
      </pc:docMkLst>
      <pc:sldChg chg="modSp mod">
        <pc:chgData name="sai sai" userId="6b9d3bfb26b01d1d" providerId="LiveId" clId="{C993F11C-56CD-4B54-AA50-9C6DD14A1AE0}" dt="2026-07-09T13:06:16.670" v="224"/>
        <pc:sldMkLst>
          <pc:docMk/>
          <pc:sldMk cId="0" sldId="256"/>
        </pc:sldMkLst>
        <pc:spChg chg="mod">
          <ac:chgData name="sai sai" userId="6b9d3bfb26b01d1d" providerId="LiveId" clId="{C993F11C-56CD-4B54-AA50-9C6DD14A1AE0}" dt="2026-07-09T13:06:16.670" v="224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sai sai" userId="6b9d3bfb26b01d1d" providerId="LiveId" clId="{C993F11C-56CD-4B54-AA50-9C6DD14A1AE0}" dt="2026-07-09T12:56:39.488" v="13" actId="207"/>
        <pc:sldMkLst>
          <pc:docMk/>
          <pc:sldMk cId="0" sldId="257"/>
        </pc:sldMkLst>
        <pc:spChg chg="mod">
          <ac:chgData name="sai sai" userId="6b9d3bfb26b01d1d" providerId="LiveId" clId="{C993F11C-56CD-4B54-AA50-9C6DD14A1AE0}" dt="2026-07-09T12:56:39.488" v="13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sai sai" userId="6b9d3bfb26b01d1d" providerId="LiveId" clId="{C993F11C-56CD-4B54-AA50-9C6DD14A1AE0}" dt="2026-07-09T12:56:29.281" v="11" actId="107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sai sai" userId="6b9d3bfb26b01d1d" providerId="LiveId" clId="{C993F11C-56CD-4B54-AA50-9C6DD14A1AE0}" dt="2026-07-09T12:56:53.740" v="17" actId="207"/>
        <pc:sldMkLst>
          <pc:docMk/>
          <pc:sldMk cId="0" sldId="258"/>
        </pc:sldMkLst>
        <pc:spChg chg="mod">
          <ac:chgData name="sai sai" userId="6b9d3bfb26b01d1d" providerId="LiveId" clId="{C993F11C-56CD-4B54-AA50-9C6DD14A1AE0}" dt="2026-07-09T12:56:53.740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i sai" userId="6b9d3bfb26b01d1d" providerId="LiveId" clId="{C993F11C-56CD-4B54-AA50-9C6DD14A1AE0}" dt="2026-07-09T12:56:45.465" v="15" actId="107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sai sai" userId="6b9d3bfb26b01d1d" providerId="LiveId" clId="{C993F11C-56CD-4B54-AA50-9C6DD14A1AE0}" dt="2026-07-09T12:57:07.544" v="21" actId="207"/>
        <pc:sldMkLst>
          <pc:docMk/>
          <pc:sldMk cId="0" sldId="259"/>
        </pc:sldMkLst>
        <pc:spChg chg="mod">
          <ac:chgData name="sai sai" userId="6b9d3bfb26b01d1d" providerId="LiveId" clId="{C993F11C-56CD-4B54-AA50-9C6DD14A1AE0}" dt="2026-07-09T12:57:07.544" v="21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i sai" userId="6b9d3bfb26b01d1d" providerId="LiveId" clId="{C993F11C-56CD-4B54-AA50-9C6DD14A1AE0}" dt="2026-07-09T12:57:00.210" v="19" actId="107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sai sai" userId="6b9d3bfb26b01d1d" providerId="LiveId" clId="{C993F11C-56CD-4B54-AA50-9C6DD14A1AE0}" dt="2026-07-09T12:56:12.050" v="9" actId="207"/>
        <pc:sldMkLst>
          <pc:docMk/>
          <pc:sldMk cId="0" sldId="260"/>
        </pc:sldMkLst>
        <pc:spChg chg="mod">
          <ac:chgData name="sai sai" userId="6b9d3bfb26b01d1d" providerId="LiveId" clId="{C993F11C-56CD-4B54-AA50-9C6DD14A1AE0}" dt="2026-07-09T12:56:12.050" v="9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i sai" userId="6b9d3bfb26b01d1d" providerId="LiveId" clId="{C993F11C-56CD-4B54-AA50-9C6DD14A1AE0}" dt="2026-07-09T12:55:35.896" v="5" actId="107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sai sai" userId="6b9d3bfb26b01d1d" providerId="LiveId" clId="{C993F11C-56CD-4B54-AA50-9C6DD14A1AE0}" dt="2026-07-09T12:57:27.673" v="26" actId="207"/>
        <pc:sldMkLst>
          <pc:docMk/>
          <pc:sldMk cId="0" sldId="261"/>
        </pc:sldMkLst>
        <pc:spChg chg="mod">
          <ac:chgData name="sai sai" userId="6b9d3bfb26b01d1d" providerId="LiveId" clId="{C993F11C-56CD-4B54-AA50-9C6DD14A1AE0}" dt="2026-07-09T12:57:27.673" v="26" actId="207"/>
          <ac:spMkLst>
            <pc:docMk/>
            <pc:sldMk cId="0" sldId="261"/>
            <ac:spMk id="3" creationId="{00000000-0000-0000-0000-000000000000}"/>
          </ac:spMkLst>
        </pc:spChg>
        <pc:spChg chg="mod">
          <ac:chgData name="sai sai" userId="6b9d3bfb26b01d1d" providerId="LiveId" clId="{C993F11C-56CD-4B54-AA50-9C6DD14A1AE0}" dt="2026-07-09T12:57:16.920" v="24" actId="1076"/>
          <ac:spMkLst>
            <pc:docMk/>
            <pc:sldMk cId="0" sldId="261"/>
            <ac:spMk id="4" creationId="{00000000-0000-0000-0000-000000000000}"/>
          </ac:spMkLst>
        </pc:spChg>
      </pc:sldChg>
      <pc:sldChg chg="addSp modSp mod">
        <pc:chgData name="sai sai" userId="6b9d3bfb26b01d1d" providerId="LiveId" clId="{C993F11C-56CD-4B54-AA50-9C6DD14A1AE0}" dt="2026-07-09T13:01:23.852" v="93" actId="20577"/>
        <pc:sldMkLst>
          <pc:docMk/>
          <pc:sldMk cId="0" sldId="262"/>
        </pc:sldMkLst>
        <pc:spChg chg="mod">
          <ac:chgData name="sai sai" userId="6b9d3bfb26b01d1d" providerId="LiveId" clId="{C993F11C-56CD-4B54-AA50-9C6DD14A1AE0}" dt="2026-07-09T12:59:27.278" v="50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sai sai" userId="6b9d3bfb26b01d1d" providerId="LiveId" clId="{C993F11C-56CD-4B54-AA50-9C6DD14A1AE0}" dt="2026-07-09T13:01:23.852" v="93" actId="20577"/>
          <ac:spMkLst>
            <pc:docMk/>
            <pc:sldMk cId="0" sldId="262"/>
            <ac:spMk id="4" creationId="{00000000-0000-0000-0000-000000000000}"/>
          </ac:spMkLst>
        </pc:spChg>
        <pc:picChg chg="add mod">
          <ac:chgData name="sai sai" userId="6b9d3bfb26b01d1d" providerId="LiveId" clId="{C993F11C-56CD-4B54-AA50-9C6DD14A1AE0}" dt="2026-07-09T13:00:24.501" v="75" actId="962"/>
          <ac:picMkLst>
            <pc:docMk/>
            <pc:sldMk cId="0" sldId="262"/>
            <ac:picMk id="6" creationId="{7A36B885-258E-FF46-7578-C643ECD2BA94}"/>
          </ac:picMkLst>
        </pc:picChg>
        <pc:picChg chg="add mod">
          <ac:chgData name="sai sai" userId="6b9d3bfb26b01d1d" providerId="LiveId" clId="{C993F11C-56CD-4B54-AA50-9C6DD14A1AE0}" dt="2026-07-09T13:00:43.338" v="85" actId="962"/>
          <ac:picMkLst>
            <pc:docMk/>
            <pc:sldMk cId="0" sldId="262"/>
            <ac:picMk id="8" creationId="{B74CCBD8-F1E9-DAFA-8BE4-A50BE6772394}"/>
          </ac:picMkLst>
        </pc:picChg>
      </pc:sldChg>
      <pc:sldChg chg="modSp mod">
        <pc:chgData name="sai sai" userId="6b9d3bfb26b01d1d" providerId="LiveId" clId="{C993F11C-56CD-4B54-AA50-9C6DD14A1AE0}" dt="2026-07-09T12:57:58.376" v="34" actId="207"/>
        <pc:sldMkLst>
          <pc:docMk/>
          <pc:sldMk cId="0" sldId="263"/>
        </pc:sldMkLst>
        <pc:spChg chg="mod">
          <ac:chgData name="sai sai" userId="6b9d3bfb26b01d1d" providerId="LiveId" clId="{C993F11C-56CD-4B54-AA50-9C6DD14A1AE0}" dt="2026-07-09T12:57:58.376" v="34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sai sai" userId="6b9d3bfb26b01d1d" providerId="LiveId" clId="{C993F11C-56CD-4B54-AA50-9C6DD14A1AE0}" dt="2026-07-09T12:57:51.449" v="32" actId="107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sai sai" userId="6b9d3bfb26b01d1d" providerId="LiveId" clId="{C993F11C-56CD-4B54-AA50-9C6DD14A1AE0}" dt="2026-07-09T12:58:11.006" v="38" actId="207"/>
        <pc:sldMkLst>
          <pc:docMk/>
          <pc:sldMk cId="0" sldId="264"/>
        </pc:sldMkLst>
        <pc:spChg chg="mod">
          <ac:chgData name="sai sai" userId="6b9d3bfb26b01d1d" providerId="LiveId" clId="{C993F11C-56CD-4B54-AA50-9C6DD14A1AE0}" dt="2026-07-09T12:58:11.006" v="38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sai sai" userId="6b9d3bfb26b01d1d" providerId="LiveId" clId="{C993F11C-56CD-4B54-AA50-9C6DD14A1AE0}" dt="2026-07-09T12:58:03.962" v="36" actId="1076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sai sai" userId="6b9d3bfb26b01d1d" providerId="LiveId" clId="{C993F11C-56CD-4B54-AA50-9C6DD14A1AE0}" dt="2026-07-09T12:58:26.094" v="42" actId="207"/>
        <pc:sldMkLst>
          <pc:docMk/>
          <pc:sldMk cId="0" sldId="265"/>
        </pc:sldMkLst>
        <pc:spChg chg="mod">
          <ac:chgData name="sai sai" userId="6b9d3bfb26b01d1d" providerId="LiveId" clId="{C993F11C-56CD-4B54-AA50-9C6DD14A1AE0}" dt="2026-07-09T12:58:26.094" v="42" actId="207"/>
          <ac:spMkLst>
            <pc:docMk/>
            <pc:sldMk cId="0" sldId="265"/>
            <ac:spMk id="3" creationId="{00000000-0000-0000-0000-000000000000}"/>
          </ac:spMkLst>
        </pc:spChg>
        <pc:spChg chg="mod">
          <ac:chgData name="sai sai" userId="6b9d3bfb26b01d1d" providerId="LiveId" clId="{C993F11C-56CD-4B54-AA50-9C6DD14A1AE0}" dt="2026-07-09T12:58:18.113" v="40" actId="107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sai sai" userId="6b9d3bfb26b01d1d" providerId="LiveId" clId="{C993F11C-56CD-4B54-AA50-9C6DD14A1AE0}" dt="2026-07-09T12:58:39.840" v="46" actId="207"/>
        <pc:sldMkLst>
          <pc:docMk/>
          <pc:sldMk cId="0" sldId="266"/>
        </pc:sldMkLst>
        <pc:spChg chg="mod">
          <ac:chgData name="sai sai" userId="6b9d3bfb26b01d1d" providerId="LiveId" clId="{C993F11C-56CD-4B54-AA50-9C6DD14A1AE0}" dt="2026-07-09T12:58:39.840" v="46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sai sai" userId="6b9d3bfb26b01d1d" providerId="LiveId" clId="{C993F11C-56CD-4B54-AA50-9C6DD14A1AE0}" dt="2026-07-09T12:58:32.682" v="44" actId="1076"/>
          <ac:spMkLst>
            <pc:docMk/>
            <pc:sldMk cId="0" sldId="266"/>
            <ac:spMk id="4" creationId="{00000000-0000-0000-0000-000000000000}"/>
          </ac:spMkLst>
        </pc:spChg>
      </pc:sldChg>
      <pc:sldChg chg="modSp new mod ord">
        <pc:chgData name="sai sai" userId="6b9d3bfb26b01d1d" providerId="LiveId" clId="{C993F11C-56CD-4B54-AA50-9C6DD14A1AE0}" dt="2026-07-09T13:03:41.015" v="221" actId="20577"/>
        <pc:sldMkLst>
          <pc:docMk/>
          <pc:sldMk cId="3565646943" sldId="267"/>
        </pc:sldMkLst>
        <pc:spChg chg="mod">
          <ac:chgData name="sai sai" userId="6b9d3bfb26b01d1d" providerId="LiveId" clId="{C993F11C-56CD-4B54-AA50-9C6DD14A1AE0}" dt="2026-07-09T13:02:33.639" v="103" actId="20577"/>
          <ac:spMkLst>
            <pc:docMk/>
            <pc:sldMk cId="3565646943" sldId="267"/>
            <ac:spMk id="2" creationId="{FD69F715-DA6F-40FD-AAD6-A0BEAB21B5F0}"/>
          </ac:spMkLst>
        </pc:spChg>
        <pc:spChg chg="mod">
          <ac:chgData name="sai sai" userId="6b9d3bfb26b01d1d" providerId="LiveId" clId="{C993F11C-56CD-4B54-AA50-9C6DD14A1AE0}" dt="2026-07-09T13:03:41.015" v="221" actId="20577"/>
          <ac:spMkLst>
            <pc:docMk/>
            <pc:sldMk cId="3565646943" sldId="267"/>
            <ac:spMk id="3" creationId="{F85542E2-ABC6-C8D3-CA09-751011D6054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24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4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9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30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7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60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5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6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7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7016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82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801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12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4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  <p:sldLayoutId id="2147484036" r:id="rId13"/>
    <p:sldLayoutId id="2147484037" r:id="rId14"/>
    <p:sldLayoutId id="2147484038" r:id="rId15"/>
    <p:sldLayoutId id="2147484039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F715-DA6F-40FD-AAD6-A0BEAB21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542E2-ABC6-C8D3-CA09-751011D60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Name : K.SUHITHA VANI</a:t>
            </a:r>
          </a:p>
          <a:p>
            <a:pPr marL="0" indent="0">
              <a:buNone/>
            </a:pPr>
            <a:r>
              <a:rPr lang="en-US" sz="1800" dirty="0"/>
              <a:t>Reg No:24AFCSE363</a:t>
            </a:r>
          </a:p>
          <a:p>
            <a:pPr marL="0" indent="0">
              <a:buNone/>
            </a:pPr>
            <a:r>
              <a:rPr lang="en-US" sz="1800" dirty="0"/>
              <a:t>College Name : </a:t>
            </a:r>
            <a:r>
              <a:rPr lang="en-US" sz="1800" dirty="0" err="1"/>
              <a:t>Annamacharya</a:t>
            </a:r>
            <a:r>
              <a:rPr lang="en-US" sz="1800" dirty="0"/>
              <a:t> University</a:t>
            </a:r>
          </a:p>
          <a:p>
            <a:pPr marL="0" indent="0">
              <a:buNone/>
            </a:pPr>
            <a:r>
              <a:rPr lang="en-US" sz="1800" dirty="0"/>
              <a:t>Department : Computer Science and Engineering</a:t>
            </a:r>
          </a:p>
          <a:p>
            <a:pPr marL="0" indent="0">
              <a:buNone/>
            </a:pPr>
            <a:r>
              <a:rPr lang="en-IN" sz="1800" dirty="0"/>
              <a:t>Email : suhithavani@gmail.com</a:t>
            </a:r>
          </a:p>
          <a:p>
            <a:pPr marL="0" indent="0">
              <a:buNone/>
            </a:pPr>
            <a:r>
              <a:rPr lang="en-IN" sz="1800" dirty="0"/>
              <a:t>Mobile Number:9177065403</a:t>
            </a:r>
          </a:p>
          <a:p>
            <a:pPr marL="0" indent="0">
              <a:buNone/>
            </a:pPr>
            <a:r>
              <a:rPr lang="en-IN" sz="1800" dirty="0"/>
              <a:t>Project Name : AI Grammar Checker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64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4383701" cy="1969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rPr dirty="0"/>
              <a:t>AI Grammar Checker</a:t>
            </a:r>
          </a:p>
          <a:p>
            <a:pPr>
              <a:defRPr sz="2200">
                <a:solidFill>
                  <a:srgbClr val="DCE6FF"/>
                </a:solidFill>
              </a:defRPr>
            </a:pPr>
            <a:r>
              <a:rPr dirty="0"/>
              <a:t>Professional Project Presentation</a:t>
            </a:r>
            <a:br>
              <a:rPr dirty="0"/>
            </a:br>
            <a:r>
              <a:rPr lang="en-IN" dirty="0"/>
              <a:t>• </a:t>
            </a:r>
            <a:r>
              <a:rPr dirty="0"/>
              <a:t>Python </a:t>
            </a:r>
            <a:endParaRPr lang="en-US" dirty="0"/>
          </a:p>
          <a:p>
            <a:pPr>
              <a:defRPr sz="2200">
                <a:solidFill>
                  <a:srgbClr val="DCE6FF"/>
                </a:solidFill>
              </a:defRPr>
            </a:pPr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</a:t>
            </a:r>
            <a:endParaRPr lang="en-US" dirty="0"/>
          </a:p>
          <a:p>
            <a:pPr>
              <a:defRPr sz="2200">
                <a:solidFill>
                  <a:srgbClr val="DCE6FF"/>
                </a:solidFill>
              </a:defRPr>
            </a:pPr>
            <a:r>
              <a:rPr dirty="0"/>
              <a:t>• </a:t>
            </a:r>
            <a:r>
              <a:rPr dirty="0" err="1"/>
              <a:t>Groq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7780" y="867973"/>
            <a:ext cx="34275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823" y="2150347"/>
            <a:ext cx="836324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Correct grammar and improve English sentences using Artificial </a:t>
            </a:r>
            <a:endParaRPr lang="en-US" dirty="0"/>
          </a:p>
          <a:p>
            <a:pPr>
              <a:defRPr sz="2200"/>
            </a:pPr>
            <a:r>
              <a:rPr dirty="0"/>
              <a:t>Intelligence.</a:t>
            </a:r>
          </a:p>
          <a:p>
            <a:pPr>
              <a:defRPr sz="2200"/>
            </a:pPr>
            <a:r>
              <a:rPr dirty="0"/>
              <a:t>• Help users write clear, accurate and professional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95830"/>
            <a:ext cx="3536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60950"/>
            <a:ext cx="1003126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Understand text editing with AI.</a:t>
            </a:r>
          </a:p>
          <a:p>
            <a:pPr>
              <a:defRPr sz="2200"/>
            </a:pPr>
            <a:r>
              <a:rPr dirty="0"/>
              <a:t>• Learn prompt engineering.</a:t>
            </a:r>
          </a:p>
          <a:p>
            <a:pPr>
              <a:defRPr sz="2200"/>
            </a:pPr>
            <a:r>
              <a:rPr dirty="0"/>
              <a:t>• Integrate </a:t>
            </a:r>
            <a:r>
              <a:rPr dirty="0" err="1"/>
              <a:t>Groq</a:t>
            </a:r>
            <a:r>
              <a:rPr dirty="0"/>
              <a:t> LLM with Python.</a:t>
            </a:r>
          </a:p>
          <a:p>
            <a:pPr>
              <a:defRPr sz="2200"/>
            </a:pPr>
            <a:r>
              <a:rPr dirty="0"/>
              <a:t>• Develop interactive apps using </a:t>
            </a:r>
            <a:r>
              <a:rPr dirty="0" err="1"/>
              <a:t>Streamlit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03998"/>
            <a:ext cx="32610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22396"/>
            <a:ext cx="1027243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Python – Backend logic</a:t>
            </a:r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– Web interface</a:t>
            </a:r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Groq</a:t>
            </a:r>
            <a:r>
              <a:rPr dirty="0"/>
              <a:t> – AI language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25975"/>
            <a:ext cx="35968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999" y="1806952"/>
            <a:ext cx="595163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User Input</a:t>
            </a:r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Interface</a:t>
            </a:r>
          </a:p>
          <a:p>
            <a:pPr>
              <a:defRPr sz="2200"/>
            </a:pPr>
            <a:r>
              <a:rPr dirty="0"/>
              <a:t>• Python Backend</a:t>
            </a:r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Groq</a:t>
            </a:r>
            <a:r>
              <a:rPr dirty="0"/>
              <a:t> API</a:t>
            </a:r>
          </a:p>
          <a:p>
            <a:pPr>
              <a:defRPr sz="2200"/>
            </a:pPr>
            <a:r>
              <a:rPr dirty="0"/>
              <a:t>• Corrected Output &amp; Explanations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15926"/>
            <a:ext cx="16441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964" y="1860950"/>
            <a:ext cx="1036286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Grammar Correction</a:t>
            </a:r>
          </a:p>
          <a:p>
            <a:pPr>
              <a:defRPr sz="2200"/>
            </a:pPr>
            <a:r>
              <a:rPr dirty="0"/>
              <a:t>• Improved Writing</a:t>
            </a:r>
          </a:p>
          <a:p>
            <a:pPr>
              <a:defRPr sz="2200"/>
            </a:pPr>
            <a:r>
              <a:rPr dirty="0"/>
              <a:t>• Professional Rewrite</a:t>
            </a:r>
          </a:p>
          <a:p>
            <a:pPr>
              <a:defRPr sz="2200"/>
            </a:pPr>
            <a:r>
              <a:rPr dirty="0"/>
              <a:t>• Grammar Mistake Explanation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6861" y="500000"/>
            <a:ext cx="187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339" y="1186824"/>
            <a:ext cx="100413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Enter text</a:t>
            </a:r>
          </a:p>
          <a:p>
            <a:pPr>
              <a:defRPr sz="2200"/>
            </a:pPr>
            <a:r>
              <a:rPr dirty="0"/>
              <a:t>• Prompt sent to </a:t>
            </a:r>
            <a:r>
              <a:rPr dirty="0" err="1"/>
              <a:t>Groq</a:t>
            </a:r>
            <a:endParaRPr dirty="0"/>
          </a:p>
          <a:p>
            <a:pPr>
              <a:defRPr sz="2200"/>
            </a:pPr>
            <a:r>
              <a:rPr dirty="0"/>
              <a:t>• AI analyzes grammar</a:t>
            </a:r>
          </a:p>
          <a:p>
            <a:pPr>
              <a:defRPr sz="2200"/>
            </a:pPr>
            <a:r>
              <a:rPr dirty="0"/>
              <a:t>• Display corrected sentence, rewrite and explanations</a:t>
            </a:r>
            <a:endParaRPr lang="en-US" dirty="0"/>
          </a:p>
          <a:p>
            <a:pPr>
              <a:defRPr sz="2200"/>
            </a:pPr>
            <a:r>
              <a:rPr lang="en-IN" dirty="0"/>
              <a:t>Link : https://app-saeucsxhlw59g9hmkl9rt2.streamlit.app/</a:t>
            </a:r>
          </a:p>
          <a:p>
            <a:pPr>
              <a:defRPr sz="2200"/>
            </a:pPr>
            <a:r>
              <a:rPr lang="en-IN" dirty="0"/>
              <a:t>Screenshots:</a:t>
            </a:r>
          </a:p>
          <a:p>
            <a:pPr>
              <a:defRPr sz="2200"/>
            </a:pPr>
            <a:endParaRPr lang="en-IN" dirty="0"/>
          </a:p>
          <a:p>
            <a:pPr>
              <a:defRPr sz="2200"/>
            </a:pPr>
            <a:endParaRPr lang="en-IN" dirty="0"/>
          </a:p>
          <a:p>
            <a:pPr>
              <a:defRPr sz="2200"/>
            </a:pPr>
            <a:endParaRPr dirty="0"/>
          </a:p>
        </p:txBody>
      </p:sp>
      <p:pic>
        <p:nvPicPr>
          <p:cNvPr id="6" name="Picture 5" descr="The image shows a user interface for the Al Grammar Checker, where the user has inputted text and received corrections for grammar and style.&#10;&#10;AI-generated content may be incorrect.">
            <a:extLst>
              <a:ext uri="{FF2B5EF4-FFF2-40B4-BE49-F238E27FC236}">
                <a16:creationId xmlns:a16="http://schemas.microsoft.com/office/drawing/2014/main" id="{7A36B885-258E-FF46-7578-C643ECD2B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1" y="3379878"/>
            <a:ext cx="3526972" cy="1983922"/>
          </a:xfrm>
          <a:prstGeom prst="rect">
            <a:avLst/>
          </a:prstGeom>
        </p:spPr>
      </p:pic>
      <p:pic>
        <p:nvPicPr>
          <p:cNvPr id="8" name="Picture 7" descr="The image displays a screen with a Grammar Checker interface, showing corrected text samples for various common grammatical errors, and includes a list of common mistakes and their explanations.&#10;&#10;AI-generated content may be incorrect.">
            <a:extLst>
              <a:ext uri="{FF2B5EF4-FFF2-40B4-BE49-F238E27FC236}">
                <a16:creationId xmlns:a16="http://schemas.microsoft.com/office/drawing/2014/main" id="{B74CCBD8-F1E9-DAFA-8BE4-A50BE6772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999" y="3429000"/>
            <a:ext cx="3526972" cy="19839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40094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Sample Input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37675"/>
            <a:ext cx="86044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Input: she don't know how to write a email.</a:t>
            </a:r>
          </a:p>
          <a:p>
            <a:pPr>
              <a:defRPr sz="2200"/>
            </a:pPr>
            <a:r>
              <a:rPr dirty="0"/>
              <a:t>• Output: She doesn't know how to write an email.</a:t>
            </a:r>
          </a:p>
          <a:p>
            <a:pPr>
              <a:defRPr sz="2200"/>
            </a:pPr>
            <a:r>
              <a:rPr dirty="0"/>
              <a:t>• Explanation: Subject–verb agreement, capitalization and article</a:t>
            </a:r>
            <a:endParaRPr lang="en-US" dirty="0"/>
          </a:p>
          <a:p>
            <a:pPr>
              <a:defRPr sz="2200"/>
            </a:pPr>
            <a:r>
              <a:rPr dirty="0"/>
              <a:t> usage corrected.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77055"/>
            <a:ext cx="20858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418" y="1768510"/>
            <a:ext cx="103829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Fast and accurate</a:t>
            </a:r>
          </a:p>
          <a:p>
            <a:pPr>
              <a:defRPr sz="2200"/>
            </a:pPr>
            <a:r>
              <a:rPr dirty="0"/>
              <a:t>• Improves writing skills</a:t>
            </a:r>
          </a:p>
          <a:p>
            <a:pPr>
              <a:defRPr sz="2200"/>
            </a:pPr>
            <a:r>
              <a:rPr dirty="0"/>
              <a:t>• Easy to use</a:t>
            </a:r>
          </a:p>
          <a:p>
            <a:pPr>
              <a:defRPr sz="2200"/>
            </a:pPr>
            <a:r>
              <a:rPr dirty="0"/>
              <a:t>• Professional quality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38579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611" y="2019719"/>
            <a:ext cx="1039301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Voice input</a:t>
            </a:r>
          </a:p>
          <a:p>
            <a:pPr>
              <a:defRPr sz="2200"/>
            </a:pPr>
            <a:r>
              <a:rPr dirty="0"/>
              <a:t>• PDF/DOCX support</a:t>
            </a:r>
          </a:p>
          <a:p>
            <a:pPr>
              <a:defRPr sz="2200"/>
            </a:pPr>
            <a:r>
              <a:rPr dirty="0"/>
              <a:t>• Multiple languages</a:t>
            </a:r>
          </a:p>
          <a:p>
            <a:pPr>
              <a:defRPr sz="2200"/>
            </a:pPr>
            <a:r>
              <a:rPr dirty="0"/>
              <a:t>• Writing score</a:t>
            </a:r>
          </a:p>
          <a:p>
            <a:pPr>
              <a:defRPr sz="2200"/>
            </a:pPr>
            <a:r>
              <a:rPr dirty="0"/>
              <a:t>• Download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97953"/>
            <a:ext cx="19976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08218"/>
            <a:ext cx="931783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• AI Grammar Checker enhances English writing by correcting grammar,</a:t>
            </a:r>
            <a:endParaRPr lang="en-US" dirty="0"/>
          </a:p>
          <a:p>
            <a:pPr>
              <a:defRPr sz="2200"/>
            </a:pPr>
            <a:r>
              <a:rPr dirty="0"/>
              <a:t> improving readability</a:t>
            </a:r>
            <a:endParaRPr lang="en-US" dirty="0"/>
          </a:p>
          <a:p>
            <a:pPr>
              <a:defRPr sz="2200"/>
            </a:pPr>
            <a:r>
              <a:rPr dirty="0"/>
              <a:t> and explaining mistakes using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289</Words>
  <Application>Microsoft Office PowerPoint</Application>
  <PresentationFormat>Custom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sai</cp:lastModifiedBy>
  <cp:revision>1</cp:revision>
  <dcterms:created xsi:type="dcterms:W3CDTF">2013-01-27T09:14:16Z</dcterms:created>
  <dcterms:modified xsi:type="dcterms:W3CDTF">2026-07-09T13:06:27Z</dcterms:modified>
  <cp:category/>
</cp:coreProperties>
</file>